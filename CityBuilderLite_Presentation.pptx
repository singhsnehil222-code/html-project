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73152" cy="46863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🏙️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5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BUILDER LITE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City Simulation Game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3383280"/>
            <a:ext cx="5486400" cy="822960"/>
          </a:xfrm>
          <a:prstGeom prst="rect">
            <a:avLst/>
          </a:prstGeom>
          <a:solidFill>
            <a:srgbClr val="4A8A3C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·  Semester II  ·  HTML / CSS / JavaScript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Pure HTML · CSS · JavaScript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City Builder Lite?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Builder Lite is a browser-based simulation strategy game built entirely with HTML, CSS, and JavaScript.
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act as the Mayor of a new city, placing buildings, managing money, growing population, and keeping citizens happy.
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runs completely in a web browser — no installation needed.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3474720" cy="621792"/>
          </a:xfrm>
          <a:prstGeom prst="rect">
            <a:avLst/>
          </a:prstGeom>
          <a:solidFill>
            <a:srgbClr val="F5F0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🏙️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7556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city management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212848"/>
            <a:ext cx="3474720" cy="621792"/>
          </a:xfrm>
          <a:prstGeom prst="rect">
            <a:avLst/>
          </a:prstGeom>
          <a:solidFill>
            <a:srgbClr val="F5F0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21284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🚇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2231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Metro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25054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strategy UI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962656"/>
            <a:ext cx="3474720" cy="621792"/>
          </a:xfrm>
          <a:prstGeom prst="rect">
            <a:avLst/>
          </a:prstGeom>
          <a:solidFill>
            <a:srgbClr val="F5F0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96265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🏘️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77840" y="29809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Townscaper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3255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building sim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712464"/>
            <a:ext cx="3474720" cy="621792"/>
          </a:xfrm>
          <a:prstGeom prst="rect">
            <a:avLst/>
          </a:prstGeom>
          <a:solidFill>
            <a:srgbClr val="F5F0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71246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♟️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Games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4005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645920"/>
          </a:xfrm>
          <a:prstGeom prst="rect">
            <a:avLst/>
          </a:prstGeom>
          <a:solidFill>
            <a:srgbClr val="FFF3CD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503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 Problem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learning web development need engaging, real-world projects that combine HTML structure, CSS design, and JavaScript logic. Simple "to-do apps" lack complexity. A simulation game provides a meaningful project that demonstrates all three technologies working together.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Project 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playable browser game using only HTML, CSS &amp; JS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DOM manipulation, event handling, and timers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resource management system with game logic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creative, strategy-game inspired UI/UX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localStorage for a persistent leaderboard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beginner-friendly, well-commented code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layout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elements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60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94760" y="960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13716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Flexbox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960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29400" y="960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137160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timers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880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2918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scores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needed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880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794760" y="28803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94760" y="32918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Cinzel display font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Nunito body font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font loading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typography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926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File 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city-builder-lite/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Structure + Layout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style.css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Game UI &amp; animations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script.js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 logic &amp; state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66160" y="77724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868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Architecture 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1371600"/>
            <a:ext cx="484632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408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164592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938528"/>
            <a:ext cx="0" cy="100584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2148840"/>
            <a:ext cx="4846320" cy="566928"/>
          </a:xfrm>
          <a:prstGeom prst="rect">
            <a:avLst/>
          </a:prstGeom>
          <a:solidFill>
            <a:srgbClr val="4A8A3C"/>
          </a:solidFill>
          <a:ln w="12700">
            <a:solidFill>
              <a:srgbClr val="4A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185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242316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715768"/>
            <a:ext cx="0" cy="100584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926080"/>
            <a:ext cx="4846320" cy="5669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962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32004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State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493008"/>
            <a:ext cx="0" cy="100584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3703320"/>
            <a:ext cx="4846320" cy="566928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3739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97764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Persistence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77240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9144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10×10 City Grid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tile-based map. Each tile can hold one building. Visual feedback on placement.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777240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40680" y="9144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Building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0680" y="12618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House, Factory, Park, Road — each with unique cost, effects, and emoji icon.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221992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51560" y="23591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Money, Population, Happiness. Spend money to build; earn it via revenue cycles.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221992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221992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💹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40680" y="23591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Cycles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270662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seconds, base $50 + $30 per Factory is added to the player's treasury.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666744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66744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51560" y="3803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Formula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15137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Population + Happiness + Money ÷ 10. Updated in real time.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666744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666744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40680" y="3803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415137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scores saved using localStorage. Sorted by highest score.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game HUD layout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grass-green color palette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Cinzel + Nunito font pairing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&amp; placement animations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build menu toolbar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score feedback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message ticker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325880"/>
            <a:ext cx="3749040" cy="40233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258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BAR: Money · Pop · Happiness · Score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0" y="1819656"/>
            <a:ext cx="822960" cy="2194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819656"/>
            <a:ext cx="822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52160" y="1819656"/>
            <a:ext cx="1920240" cy="2194560"/>
          </a:xfrm>
          <a:prstGeom prst="rect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819656"/>
            <a:ext cx="1920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GRID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0" y="1819656"/>
            <a:ext cx="822960" cy="2194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1819656"/>
            <a:ext cx="822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0" y="4105656"/>
            <a:ext cx="3749040" cy="40233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1056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TICKER BAR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45537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of game here]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Resource Formula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Revenue/cycle = $50 + (Factories × $30)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Population + Happiness + ⌊Money ÷ 10⌋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Demolish refund = Cost × 50%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Building Effects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3840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94360"/>
                <a:gridCol w="457200"/>
                <a:gridCol w="594360"/>
                <a:gridCol w="685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🏠 House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🏭 Factory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🌳 Park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🛣️ Road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Placement Flow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120640" y="1316736"/>
            <a:ext cx="34747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13167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clicks tile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1636776"/>
            <a:ext cx="0" cy="100584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20640" y="1737360"/>
            <a:ext cx="3474720" cy="320040"/>
          </a:xfrm>
          <a:prstGeom prst="rect">
            <a:avLst/>
          </a:prstGeom>
          <a:solidFill>
            <a:srgbClr val="4A8A3C"/>
          </a:solidFill>
          <a:ln w="12700">
            <a:solidFill>
              <a:srgbClr val="4A8A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empty?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58000" y="2057400"/>
            <a:ext cx="0" cy="100584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20640" y="2157984"/>
            <a:ext cx="3474720" cy="320040"/>
          </a:xfrm>
          <a:prstGeom prst="rect">
            <a:avLst/>
          </a:prstGeom>
          <a:solidFill>
            <a:srgbClr val="4A8A3C"/>
          </a:solidFill>
          <a:ln w="12700">
            <a:solidFill>
              <a:srgbClr val="4A8A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21579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money?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0" y="2478024"/>
            <a:ext cx="0" cy="100584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20640" y="2578608"/>
            <a:ext cx="3474720" cy="3200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640" y="25786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cost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0" y="2898648"/>
            <a:ext cx="0" cy="100584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20640" y="2999232"/>
            <a:ext cx="3474720" cy="3200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2999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resources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858000" y="3319272"/>
            <a:ext cx="0" cy="100584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20640" y="3419856"/>
            <a:ext cx="347472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20640" y="34198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tile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858000" y="3739896"/>
            <a:ext cx="0" cy="100584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20640" y="3840480"/>
            <a:ext cx="3474720" cy="320040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2064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game over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localStorage Explained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is a browser Web API that allows JavaScript to store key-value data persistently in the user's browser — no server required.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page refreshes and browser restarts.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store the leaderboard as a JSON string under the key "cityBuilderScores".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47872"/>
            <a:ext cx="3840480" cy="107899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8444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localStorage.setItem("scores", JSON.stringify(arr));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arr = JSON.parse(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localStorage.getItem("scores") || "[]");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Leaderboard Preview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3749040" cy="457200"/>
          </a:xfrm>
          <a:prstGeom prst="rect">
            <a:avLst/>
          </a:prstGeom>
          <a:solidFill>
            <a:srgbClr val="E8B84B">
              <a:alpha val="3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371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 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1938528"/>
            <a:ext cx="3749040" cy="457200"/>
          </a:xfrm>
          <a:prstGeom prst="rect">
            <a:avLst/>
          </a:prstGeom>
          <a:solidFill>
            <a:srgbClr val="C0C0C0">
              <a:alpha val="30000"/>
            </a:srgbClr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9385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1938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19385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1,105 pts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505456"/>
            <a:ext cx="3749040" cy="457200"/>
          </a:xfrm>
          <a:prstGeom prst="rect">
            <a:avLst/>
          </a:prstGeom>
          <a:solidFill>
            <a:srgbClr val="C87533">
              <a:alpha val="30000"/>
            </a:srgbClr>
          </a:solidFill>
          <a:ln w="12700">
            <a:solidFill>
              <a:srgbClr val="C875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054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5054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250545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 pts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072384"/>
            <a:ext cx="3749040" cy="457200"/>
          </a:xfrm>
          <a:prstGeom prst="rect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723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0723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307238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875 pts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3639312"/>
            <a:ext cx="3749040" cy="457200"/>
          </a:xfrm>
          <a:prstGeom prst="rect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6393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0" y="36393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36393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 pts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Challenges Faced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responsive grid that scales on all screens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game economy so it's neither too easy nor too hard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smooth CSS animations without affecting performance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game state in a single JS object cleanly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UI feel like a game, not a webpage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8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868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building types (Hospital, School, Stadium)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disaster events (flood, fire, earthquake)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sound effects and background music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Multi-player leaderboard using a backend API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version using React Native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city using JSON export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86200" y="6400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🏙️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5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6400800" cy="1463040"/>
          </a:xfrm>
          <a:prstGeom prst="rect">
            <a:avLst/>
          </a:prstGeom>
          <a:solidFill>
            <a:srgbClr val="4A8A3C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24231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D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Builder Lite successfully demonstrates real-world application of HTML, CSS, and JavaScript by building a fully playable simulation game. It covers DOM manipulation, event-driven programming, CSS animations, timers, and browser storage — all core web development concepts.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45920" y="397764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Fully playable browser game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Clean, commented codebase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Creative strategy-game UI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localStorage leaderboard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—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Builder Lite — B.Tech Project</dc:title>
  <dc:subject>PptxGenJS Presentation</dc:subject>
  <dc:creator>PptxGenJS</dc:creator>
  <cp:lastModifiedBy>PptxGenJS</cp:lastModifiedBy>
  <cp:revision>1</cp:revision>
  <dcterms:created xsi:type="dcterms:W3CDTF">2026-03-11T17:21:36Z</dcterms:created>
  <dcterms:modified xsi:type="dcterms:W3CDTF">2026-03-11T17:21:36Z</dcterms:modified>
</cp:coreProperties>
</file>