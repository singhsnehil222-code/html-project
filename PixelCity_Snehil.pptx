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· Semester II · ITM Skills University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1051560"/>
            <a:ext cx="8503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City 3D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20040" y="23957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Builder Lite Simulation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3063240"/>
            <a:ext cx="5029200" cy="3200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32918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Snehil Shailendra Singh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37490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 &amp; JavaScript · 2025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863840" y="4572000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0" y="4572000"/>
            <a:ext cx="182880" cy="1828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0" y="4572000"/>
            <a:ext cx="182880" cy="182880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0" y="4572000"/>
            <a:ext cx="182880" cy="182880"/>
          </a:xfrm>
          <a:prstGeom prst="ellipse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Project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1508760"/>
          </a:xfrm>
          <a:prstGeom prst="rect">
            <a:avLst/>
          </a:prstGeom>
          <a:solidFill>
            <a:srgbClr val="E8F0FE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34440"/>
            <a:ext cx="77724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browser-based 3D isometric city builder built with Three.js and HTML5. Players act as Mayor — placing buildings, managing economy, and growing a city to 1,000 citizens.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944368"/>
            <a:ext cx="2633472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3017520"/>
            <a:ext cx="2633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■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3584448"/>
            <a:ext cx="2633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66928" y="4005072"/>
            <a:ext cx="24140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unique building types on a 20×20 3D grid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73552" y="2944368"/>
            <a:ext cx="2633472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73552" y="3017520"/>
            <a:ext cx="2633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$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73552" y="3584448"/>
            <a:ext cx="2633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4005072"/>
            <a:ext cx="24140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income every 4 s — factories, shops, mayor bonus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9904" y="2944368"/>
            <a:ext cx="2633472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89904" y="3017520"/>
            <a:ext cx="2633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★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089904" y="3584448"/>
            <a:ext cx="2633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99632" y="4005072"/>
            <a:ext cx="24140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1,000 citizens before your treasury hits $0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Snehil Shailendra Singh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0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1828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16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123444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Sky System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1709928"/>
            <a:ext cx="37033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day phases (Night → Dawn → Day → Dusk) with per-channel RGB interpolation — no jarring jumps. Pixel sun, moon, stars, scrolling mountain backdrop.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5156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51560"/>
            <a:ext cx="64008" cy="1828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216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◈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440680" y="123444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Lake &amp; Bridge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65192" y="1709928"/>
            <a:ext cx="37033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Depth-layered water, animated lily pads, reed sway. Stone-arch bridge with lanterns that glow at night and two pedestrians walking across.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64008" cy="1828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182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◉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97280" y="32004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Building System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" y="3675888"/>
            <a:ext cx="37033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building types. Placement via raycaster tile-picking with smooth rise animation. Direction-aware fences, fountains lit at night, demolish with refund.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301752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3017520"/>
            <a:ext cx="64008" cy="1828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0328" y="3182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▶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440680" y="32004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&amp; Audio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65192" y="3675888"/>
            <a:ext cx="37033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Cinematic orbit mode, auto-rotate, drag to orbit, scroll to zoom. Web Audio API sound effects for every action — place, demolish, coins, achievements.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Snehil Shailendra Singh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Mechanics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 =  Population × 10  +  Happiness × 5  +  Money × 0.04  +  Days × 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965960"/>
            <a:ext cx="1874520" cy="2743200"/>
          </a:xfrm>
          <a:prstGeom prst="rect">
            <a:avLst/>
          </a:prstGeom>
          <a:solidFill>
            <a:srgbClr val="E8F0FE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2084832"/>
            <a:ext cx="585216" cy="5852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08483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" y="27889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" y="3246120"/>
            <a:ext cx="166420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tile to place a building. Cost deducted, population and happiness update instantly.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87168" y="1965960"/>
            <a:ext cx="1874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27248" y="2084832"/>
            <a:ext cx="585216" cy="5852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27248" y="208483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87168" y="27889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96896" y="3246120"/>
            <a:ext cx="166420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 &amp; shops generate income every 4 s. Coins arc visually to the money counter.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90288" y="1965960"/>
            <a:ext cx="1874520" cy="2743200"/>
          </a:xfrm>
          <a:prstGeom prst="rect">
            <a:avLst/>
          </a:prstGeom>
          <a:solidFill>
            <a:srgbClr val="E8F0FE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30368" y="2084832"/>
            <a:ext cx="585216" cy="5852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0368" y="208483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90288" y="27889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0016" y="3246120"/>
            <a:ext cx="166420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Parks, hospitals and schools raise happiness. Higher happiness multiplies your score.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93408" y="1965960"/>
            <a:ext cx="1874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33488" y="2084832"/>
            <a:ext cx="585216" cy="5852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33488" y="208483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93408" y="27889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03136" y="3246120"/>
            <a:ext cx="166420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citizens = victory. Treasury &lt; $0 = bankruptcy. Save score to leaderboard.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Snehil Shailendra Singh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146304" cy="14630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698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r128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31673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scene, raycasting, lighting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847088"/>
            <a:ext cx="146304" cy="14630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8013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Canvas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204825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sky backdrop (2D)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578608"/>
            <a:ext cx="146304" cy="14630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5328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Audio API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27797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effects &amp; ambient tone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3310128"/>
            <a:ext cx="146304" cy="14630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2644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/ Flexbox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351129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layout, animations, panels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4041648"/>
            <a:ext cx="146304" cy="14630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9959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424281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persistence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3200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572000" y="1078992"/>
            <a:ext cx="54864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0515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city-builder game — fully playable in any browser, no install needed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1764792"/>
            <a:ext cx="54864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7373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isometric world with 13 building types, dynamic lighting, and day/night sky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2450592"/>
            <a:ext cx="54864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4231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engine with passive income, coin burst animation, and leaderboard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3136392"/>
            <a:ext cx="54864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1089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sky backdrop with smooth phase transitions across 4 time-of-day states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3822192"/>
            <a:ext cx="54864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7947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lake, arched bridge, pedestrians, wildlife, and fountain night lights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434840" y="4480560"/>
            <a:ext cx="4343400" cy="3200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4840" y="461772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Snehil Shailendra Singh  ·  B.Tech CSE 2025–29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Pixel City 3D</dc:title>
  <dc:subject>PptxGenJS Presentation</dc:subject>
  <dc:creator>Snehil Shailendra Singh</dc:creator>
  <cp:lastModifiedBy>Snehil Shailendra Singh</cp:lastModifiedBy>
  <cp:revision>1</cp:revision>
  <dcterms:created xsi:type="dcterms:W3CDTF">2026-03-15T17:13:39Z</dcterms:created>
  <dcterms:modified xsi:type="dcterms:W3CDTF">2026-03-15T17:13:39Z</dcterms:modified>
</cp:coreProperties>
</file>